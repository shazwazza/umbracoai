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Lato"/>
      <p:regular r:id="rId17"/>
      <p:bold r:id="rId18"/>
      <p:italic r:id="rId19"/>
      <p:boldItalic r:id="rId20"/>
    </p:embeddedFont>
    <p:embeddedFont>
      <p:font typeface="Helvetica Neue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22" Type="http://schemas.openxmlformats.org/officeDocument/2006/relationships/font" Target="fonts/HelveticaNeue-bold.fntdata"/><Relationship Id="rId10" Type="http://schemas.openxmlformats.org/officeDocument/2006/relationships/slide" Target="slides/slide5.xml"/><Relationship Id="rId21" Type="http://schemas.openxmlformats.org/officeDocument/2006/relationships/font" Target="fonts/HelveticaNeue-regular.fntdata"/><Relationship Id="rId13" Type="http://schemas.openxmlformats.org/officeDocument/2006/relationships/slide" Target="slides/slide8.xml"/><Relationship Id="rId24" Type="http://schemas.openxmlformats.org/officeDocument/2006/relationships/font" Target="fonts/HelveticaNeue-boldItalic.fntdata"/><Relationship Id="rId12" Type="http://schemas.openxmlformats.org/officeDocument/2006/relationships/slide" Target="slides/slide7.xml"/><Relationship Id="rId23" Type="http://schemas.openxmlformats.org/officeDocument/2006/relationships/font" Target="fonts/HelveticaNeue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Lato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1ff5f663e6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1ff5f663e6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3eb52616ab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3eb52616ab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ce7b8731bb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ce7b8731bb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3eb52616ab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3eb52616ab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3eb52616a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3eb52616a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3eb52616ab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3eb52616ab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3eb52616ab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3eb52616ab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3eb52616ab_0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3eb52616ab_0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3eb52616ab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3eb52616ab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3eb52616ab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3eb52616ab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ce7b8731bb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2ce7b8731bb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7980432" y="4290160"/>
            <a:ext cx="1082649" cy="779189"/>
          </a:xfrm>
          <a:custGeom>
            <a:rect b="b" l="l" r="r" t="t"/>
            <a:pathLst>
              <a:path extrusionOk="0" h="21374" w="21373">
                <a:moveTo>
                  <a:pt x="922" y="21374"/>
                </a:moveTo>
                <a:lnTo>
                  <a:pt x="17830" y="21374"/>
                </a:lnTo>
                <a:cubicBezTo>
                  <a:pt x="19786" y="21374"/>
                  <a:pt x="21373" y="19170"/>
                  <a:pt x="21373" y="16451"/>
                </a:cubicBezTo>
                <a:lnTo>
                  <a:pt x="21373" y="8413"/>
                </a:lnTo>
                <a:cubicBezTo>
                  <a:pt x="21373" y="6208"/>
                  <a:pt x="20318" y="4271"/>
                  <a:pt x="18790" y="3674"/>
                </a:cubicBezTo>
                <a:lnTo>
                  <a:pt x="9647" y="97"/>
                </a:lnTo>
                <a:cubicBezTo>
                  <a:pt x="8820" y="-226"/>
                  <a:pt x="7942" y="276"/>
                  <a:pt x="7519" y="1315"/>
                </a:cubicBezTo>
                <a:lnTo>
                  <a:pt x="121" y="19463"/>
                </a:lnTo>
                <a:cubicBezTo>
                  <a:pt x="-227" y="20316"/>
                  <a:pt x="217" y="21374"/>
                  <a:pt x="922" y="21374"/>
                </a:cubicBezTo>
              </a:path>
            </a:pathLst>
          </a:custGeom>
          <a:solidFill>
            <a:schemeClr val="dk1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532220" y="3257938"/>
            <a:ext cx="539730" cy="1042052"/>
          </a:xfrm>
          <a:custGeom>
            <a:rect b="b" l="l" r="r" t="t"/>
            <a:pathLst>
              <a:path extrusionOk="0" h="20930" w="20841">
                <a:moveTo>
                  <a:pt x="20841" y="18845"/>
                </a:moveTo>
                <a:lnTo>
                  <a:pt x="20841" y="976"/>
                </a:lnTo>
                <a:cubicBezTo>
                  <a:pt x="20841" y="-25"/>
                  <a:pt x="18286" y="-375"/>
                  <a:pt x="17338" y="496"/>
                </a:cubicBezTo>
                <a:lnTo>
                  <a:pt x="522" y="15940"/>
                </a:lnTo>
                <a:cubicBezTo>
                  <a:pt x="-759" y="17116"/>
                  <a:pt x="420" y="18606"/>
                  <a:pt x="2922" y="18972"/>
                </a:cubicBezTo>
                <a:lnTo>
                  <a:pt x="15750" y="20851"/>
                </a:lnTo>
                <a:cubicBezTo>
                  <a:pt x="18305" y="21225"/>
                  <a:pt x="20841" y="20226"/>
                  <a:pt x="20841" y="18845"/>
                </a:cubicBezTo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69875" y="75650"/>
            <a:ext cx="8987922" cy="4992192"/>
          </a:xfrm>
          <a:custGeom>
            <a:rect b="b" l="l" r="r" t="t"/>
            <a:pathLst>
              <a:path extrusionOk="0" h="21600" w="21600">
                <a:moveTo>
                  <a:pt x="21600" y="761"/>
                </a:moveTo>
                <a:cubicBezTo>
                  <a:pt x="21600" y="341"/>
                  <a:pt x="21411" y="0"/>
                  <a:pt x="21177" y="0"/>
                </a:cubicBezTo>
                <a:lnTo>
                  <a:pt x="12244" y="0"/>
                </a:lnTo>
                <a:lnTo>
                  <a:pt x="11223" y="0"/>
                </a:lnTo>
                <a:lnTo>
                  <a:pt x="423" y="0"/>
                </a:lnTo>
                <a:cubicBezTo>
                  <a:pt x="189" y="0"/>
                  <a:pt x="0" y="341"/>
                  <a:pt x="0" y="761"/>
                </a:cubicBezTo>
                <a:lnTo>
                  <a:pt x="0" y="20839"/>
                </a:lnTo>
                <a:cubicBezTo>
                  <a:pt x="0" y="21259"/>
                  <a:pt x="189" y="21600"/>
                  <a:pt x="423" y="21600"/>
                </a:cubicBezTo>
                <a:lnTo>
                  <a:pt x="11223" y="21600"/>
                </a:lnTo>
                <a:lnTo>
                  <a:pt x="12244" y="21600"/>
                </a:lnTo>
                <a:lnTo>
                  <a:pt x="18275" y="21600"/>
                </a:lnTo>
                <a:cubicBezTo>
                  <a:pt x="18428" y="21600"/>
                  <a:pt x="18568" y="21452"/>
                  <a:pt x="18643" y="21214"/>
                </a:cubicBezTo>
                <a:lnTo>
                  <a:pt x="21545" y="11999"/>
                </a:lnTo>
                <a:cubicBezTo>
                  <a:pt x="21581" y="11885"/>
                  <a:pt x="21600" y="11756"/>
                  <a:pt x="21600" y="11624"/>
                </a:cubicBezTo>
                <a:lnTo>
                  <a:pt x="21600" y="3445"/>
                </a:lnTo>
                <a:lnTo>
                  <a:pt x="21599" y="3444"/>
                </a:lnTo>
                <a:lnTo>
                  <a:pt x="21600" y="3442"/>
                </a:lnTo>
                <a:lnTo>
                  <a:pt x="21600" y="761"/>
                </a:lnTo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1700" y="314025"/>
            <a:ext cx="1325814" cy="39359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/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Lato"/>
              <a:buNone/>
              <a:defRPr sz="4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2" type="title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i="1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1" sz="1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79608" y="80114"/>
            <a:ext cx="1023055" cy="758579"/>
          </a:xfrm>
          <a:custGeom>
            <a:rect b="b" l="l" r="r" t="t"/>
            <a:pathLst>
              <a:path extrusionOk="0" h="21549" w="21538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</a:pPr>
            <a:r>
              <a:t/>
            </a:r>
            <a:endParaRPr b="0" i="0" sz="3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7955" y="856749"/>
            <a:ext cx="527584" cy="864138"/>
          </a:xfrm>
          <a:custGeom>
            <a:rect b="b" l="l" r="r" t="t"/>
            <a:pathLst>
              <a:path extrusionOk="0" h="21375" w="21377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</a:pPr>
            <a:r>
              <a:t/>
            </a:r>
            <a:endParaRPr b="0" i="0" sz="3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8073181" y="3458690"/>
            <a:ext cx="993219" cy="1608982"/>
          </a:xfrm>
          <a:custGeom>
            <a:rect b="b" l="l" r="r" t="t"/>
            <a:pathLst>
              <a:path extrusionOk="0" h="21476" w="21363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r>
              <a:t/>
            </a:r>
            <a:endParaRPr b="0" i="0" sz="3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 flipH="1">
            <a:off x="4963946" y="2557942"/>
            <a:ext cx="2194597" cy="2512570"/>
          </a:xfrm>
          <a:custGeom>
            <a:rect b="b" l="l" r="r" t="t"/>
            <a:pathLst>
              <a:path extrusionOk="0" h="21594" w="21462">
                <a:moveTo>
                  <a:pt x="1645" y="21594"/>
                </a:moveTo>
                <a:lnTo>
                  <a:pt x="20006" y="21594"/>
                </a:lnTo>
                <a:cubicBezTo>
                  <a:pt x="20523" y="21522"/>
                  <a:pt x="20976" y="21247"/>
                  <a:pt x="21236" y="20847"/>
                </a:cubicBezTo>
                <a:cubicBezTo>
                  <a:pt x="21463" y="20497"/>
                  <a:pt x="21522" y="20081"/>
                  <a:pt x="21399" y="19693"/>
                </a:cubicBezTo>
                <a:lnTo>
                  <a:pt x="12589" y="736"/>
                </a:lnTo>
                <a:cubicBezTo>
                  <a:pt x="12271" y="274"/>
                  <a:pt x="11698" y="-6"/>
                  <a:pt x="11084" y="0"/>
                </a:cubicBezTo>
                <a:cubicBezTo>
                  <a:pt x="10484" y="7"/>
                  <a:pt x="9931" y="285"/>
                  <a:pt x="9622" y="736"/>
                </a:cubicBezTo>
                <a:lnTo>
                  <a:pt x="129" y="19450"/>
                </a:lnTo>
                <a:cubicBezTo>
                  <a:pt x="-78" y="19902"/>
                  <a:pt x="-33" y="20413"/>
                  <a:pt x="249" y="20831"/>
                </a:cubicBezTo>
                <a:cubicBezTo>
                  <a:pt x="546" y="21270"/>
                  <a:pt x="1066" y="21555"/>
                  <a:pt x="1645" y="21594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3" name="Google Shape;23;p4"/>
          <p:cNvSpPr/>
          <p:nvPr/>
        </p:nvSpPr>
        <p:spPr>
          <a:xfrm flipH="1">
            <a:off x="5452843" y="72559"/>
            <a:ext cx="2086717" cy="1732490"/>
          </a:xfrm>
          <a:custGeom>
            <a:rect b="b" l="l" r="r" t="t"/>
            <a:pathLst>
              <a:path extrusionOk="0" h="21451" w="21422">
                <a:moveTo>
                  <a:pt x="312" y="3404"/>
                </a:moveTo>
                <a:lnTo>
                  <a:pt x="13424" y="20838"/>
                </a:lnTo>
                <a:cubicBezTo>
                  <a:pt x="13906" y="21409"/>
                  <a:pt x="14615" y="21600"/>
                  <a:pt x="15252" y="21332"/>
                </a:cubicBezTo>
                <a:cubicBezTo>
                  <a:pt x="15812" y="21098"/>
                  <a:pt x="16235" y="20539"/>
                  <a:pt x="16379" y="19846"/>
                </a:cubicBezTo>
                <a:lnTo>
                  <a:pt x="21324" y="2745"/>
                </a:lnTo>
                <a:cubicBezTo>
                  <a:pt x="21500" y="2146"/>
                  <a:pt x="21438" y="1484"/>
                  <a:pt x="21156" y="948"/>
                </a:cubicBezTo>
                <a:cubicBezTo>
                  <a:pt x="20872" y="410"/>
                  <a:pt x="20398" y="60"/>
                  <a:pt x="19871" y="0"/>
                </a:cubicBezTo>
                <a:lnTo>
                  <a:pt x="1764" y="0"/>
                </a:lnTo>
                <a:cubicBezTo>
                  <a:pt x="1086" y="22"/>
                  <a:pt x="474" y="499"/>
                  <a:pt x="179" y="1236"/>
                </a:cubicBezTo>
                <a:cubicBezTo>
                  <a:pt x="-100" y="1936"/>
                  <a:pt x="-49" y="2761"/>
                  <a:pt x="312" y="340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" name="Google Shape;24;p4"/>
          <p:cNvSpPr/>
          <p:nvPr/>
        </p:nvSpPr>
        <p:spPr>
          <a:xfrm flipH="1">
            <a:off x="71962" y="76414"/>
            <a:ext cx="5846288" cy="4989627"/>
          </a:xfrm>
          <a:custGeom>
            <a:rect b="b" l="l" r="r" t="t"/>
            <a:pathLst>
              <a:path extrusionOk="0" h="21577" w="21577">
                <a:moveTo>
                  <a:pt x="3006" y="3"/>
                </a:moveTo>
                <a:lnTo>
                  <a:pt x="20914" y="3"/>
                </a:lnTo>
                <a:cubicBezTo>
                  <a:pt x="21079" y="-13"/>
                  <a:pt x="21242" y="50"/>
                  <a:pt x="21367" y="178"/>
                </a:cubicBezTo>
                <a:cubicBezTo>
                  <a:pt x="21516" y="331"/>
                  <a:pt x="21593" y="559"/>
                  <a:pt x="21574" y="790"/>
                </a:cubicBezTo>
                <a:lnTo>
                  <a:pt x="21574" y="20735"/>
                </a:lnTo>
                <a:cubicBezTo>
                  <a:pt x="21583" y="20949"/>
                  <a:pt x="21518" y="21158"/>
                  <a:pt x="21394" y="21316"/>
                </a:cubicBezTo>
                <a:cubicBezTo>
                  <a:pt x="21256" y="21492"/>
                  <a:pt x="21059" y="21587"/>
                  <a:pt x="20856" y="21577"/>
                </a:cubicBezTo>
                <a:lnTo>
                  <a:pt x="4923" y="21577"/>
                </a:lnTo>
                <a:cubicBezTo>
                  <a:pt x="4772" y="21585"/>
                  <a:pt x="4622" y="21539"/>
                  <a:pt x="4494" y="21444"/>
                </a:cubicBezTo>
                <a:cubicBezTo>
                  <a:pt x="4333" y="21326"/>
                  <a:pt x="4217" y="21141"/>
                  <a:pt x="4168" y="20926"/>
                </a:cubicBezTo>
                <a:lnTo>
                  <a:pt x="53" y="9007"/>
                </a:lnTo>
                <a:cubicBezTo>
                  <a:pt x="24" y="8918"/>
                  <a:pt x="7" y="8826"/>
                  <a:pt x="2" y="8731"/>
                </a:cubicBezTo>
                <a:cubicBezTo>
                  <a:pt x="-7" y="8580"/>
                  <a:pt x="16" y="8428"/>
                  <a:pt x="68" y="8288"/>
                </a:cubicBezTo>
                <a:lnTo>
                  <a:pt x="2365" y="628"/>
                </a:lnTo>
                <a:cubicBezTo>
                  <a:pt x="2399" y="445"/>
                  <a:pt x="2487" y="281"/>
                  <a:pt x="2614" y="166"/>
                </a:cubicBezTo>
                <a:cubicBezTo>
                  <a:pt x="2727" y="65"/>
                  <a:pt x="2864" y="8"/>
                  <a:pt x="3006" y="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5" name="Google Shape;25;p4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>
            <p:ph type="title"/>
          </p:nvPr>
        </p:nvSpPr>
        <p:spPr>
          <a:xfrm>
            <a:off x="543500" y="2150338"/>
            <a:ext cx="3774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1982406" y="2557942"/>
            <a:ext cx="2194597" cy="2512570"/>
          </a:xfrm>
          <a:custGeom>
            <a:rect b="b" l="l" r="r" t="t"/>
            <a:pathLst>
              <a:path extrusionOk="0" h="21594" w="21462">
                <a:moveTo>
                  <a:pt x="1645" y="21594"/>
                </a:moveTo>
                <a:lnTo>
                  <a:pt x="20006" y="21594"/>
                </a:lnTo>
                <a:cubicBezTo>
                  <a:pt x="20523" y="21522"/>
                  <a:pt x="20976" y="21247"/>
                  <a:pt x="21236" y="20847"/>
                </a:cubicBezTo>
                <a:cubicBezTo>
                  <a:pt x="21463" y="20497"/>
                  <a:pt x="21522" y="20081"/>
                  <a:pt x="21399" y="19693"/>
                </a:cubicBezTo>
                <a:lnTo>
                  <a:pt x="12589" y="736"/>
                </a:lnTo>
                <a:cubicBezTo>
                  <a:pt x="12271" y="274"/>
                  <a:pt x="11698" y="-6"/>
                  <a:pt x="11084" y="0"/>
                </a:cubicBezTo>
                <a:cubicBezTo>
                  <a:pt x="10484" y="7"/>
                  <a:pt x="9931" y="285"/>
                  <a:pt x="9622" y="736"/>
                </a:cubicBezTo>
                <a:lnTo>
                  <a:pt x="129" y="19450"/>
                </a:lnTo>
                <a:cubicBezTo>
                  <a:pt x="-78" y="19902"/>
                  <a:pt x="-33" y="20413"/>
                  <a:pt x="249" y="20831"/>
                </a:cubicBezTo>
                <a:cubicBezTo>
                  <a:pt x="546" y="21270"/>
                  <a:pt x="1066" y="21555"/>
                  <a:pt x="1645" y="21594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9" name="Google Shape;29;p5"/>
          <p:cNvSpPr/>
          <p:nvPr/>
        </p:nvSpPr>
        <p:spPr>
          <a:xfrm>
            <a:off x="1601389" y="72559"/>
            <a:ext cx="2086717" cy="1732490"/>
          </a:xfrm>
          <a:custGeom>
            <a:rect b="b" l="l" r="r" t="t"/>
            <a:pathLst>
              <a:path extrusionOk="0" h="21451" w="21422">
                <a:moveTo>
                  <a:pt x="312" y="3404"/>
                </a:moveTo>
                <a:lnTo>
                  <a:pt x="13424" y="20838"/>
                </a:lnTo>
                <a:cubicBezTo>
                  <a:pt x="13906" y="21409"/>
                  <a:pt x="14615" y="21600"/>
                  <a:pt x="15252" y="21332"/>
                </a:cubicBezTo>
                <a:cubicBezTo>
                  <a:pt x="15812" y="21098"/>
                  <a:pt x="16235" y="20539"/>
                  <a:pt x="16379" y="19846"/>
                </a:cubicBezTo>
                <a:lnTo>
                  <a:pt x="21324" y="2745"/>
                </a:lnTo>
                <a:cubicBezTo>
                  <a:pt x="21500" y="2146"/>
                  <a:pt x="21438" y="1484"/>
                  <a:pt x="21156" y="948"/>
                </a:cubicBezTo>
                <a:cubicBezTo>
                  <a:pt x="20872" y="410"/>
                  <a:pt x="20398" y="60"/>
                  <a:pt x="19871" y="0"/>
                </a:cubicBezTo>
                <a:lnTo>
                  <a:pt x="1764" y="0"/>
                </a:lnTo>
                <a:cubicBezTo>
                  <a:pt x="1086" y="22"/>
                  <a:pt x="474" y="499"/>
                  <a:pt x="179" y="1236"/>
                </a:cubicBezTo>
                <a:cubicBezTo>
                  <a:pt x="-100" y="1936"/>
                  <a:pt x="-49" y="2761"/>
                  <a:pt x="312" y="340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3222699" y="76414"/>
            <a:ext cx="5846288" cy="4989627"/>
          </a:xfrm>
          <a:custGeom>
            <a:rect b="b" l="l" r="r" t="t"/>
            <a:pathLst>
              <a:path extrusionOk="0" h="21577" w="21577">
                <a:moveTo>
                  <a:pt x="3006" y="3"/>
                </a:moveTo>
                <a:lnTo>
                  <a:pt x="20914" y="3"/>
                </a:lnTo>
                <a:cubicBezTo>
                  <a:pt x="21079" y="-13"/>
                  <a:pt x="21242" y="50"/>
                  <a:pt x="21367" y="178"/>
                </a:cubicBezTo>
                <a:cubicBezTo>
                  <a:pt x="21516" y="331"/>
                  <a:pt x="21593" y="559"/>
                  <a:pt x="21574" y="790"/>
                </a:cubicBezTo>
                <a:lnTo>
                  <a:pt x="21574" y="20735"/>
                </a:lnTo>
                <a:cubicBezTo>
                  <a:pt x="21583" y="20949"/>
                  <a:pt x="21518" y="21158"/>
                  <a:pt x="21394" y="21316"/>
                </a:cubicBezTo>
                <a:cubicBezTo>
                  <a:pt x="21256" y="21492"/>
                  <a:pt x="21059" y="21587"/>
                  <a:pt x="20856" y="21577"/>
                </a:cubicBezTo>
                <a:lnTo>
                  <a:pt x="4923" y="21577"/>
                </a:lnTo>
                <a:cubicBezTo>
                  <a:pt x="4772" y="21585"/>
                  <a:pt x="4622" y="21539"/>
                  <a:pt x="4494" y="21444"/>
                </a:cubicBezTo>
                <a:cubicBezTo>
                  <a:pt x="4333" y="21326"/>
                  <a:pt x="4217" y="21141"/>
                  <a:pt x="4168" y="20926"/>
                </a:cubicBezTo>
                <a:lnTo>
                  <a:pt x="53" y="9007"/>
                </a:lnTo>
                <a:cubicBezTo>
                  <a:pt x="24" y="8918"/>
                  <a:pt x="7" y="8826"/>
                  <a:pt x="2" y="8731"/>
                </a:cubicBezTo>
                <a:cubicBezTo>
                  <a:pt x="-7" y="8580"/>
                  <a:pt x="16" y="8428"/>
                  <a:pt x="68" y="8288"/>
                </a:cubicBezTo>
                <a:lnTo>
                  <a:pt x="2365" y="628"/>
                </a:lnTo>
                <a:cubicBezTo>
                  <a:pt x="2399" y="445"/>
                  <a:pt x="2487" y="281"/>
                  <a:pt x="2614" y="166"/>
                </a:cubicBezTo>
                <a:cubicBezTo>
                  <a:pt x="2727" y="65"/>
                  <a:pt x="2864" y="8"/>
                  <a:pt x="3006" y="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1" name="Google Shape;31;p5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5"/>
          <p:cNvSpPr txBox="1"/>
          <p:nvPr>
            <p:ph type="title"/>
          </p:nvPr>
        </p:nvSpPr>
        <p:spPr>
          <a:xfrm>
            <a:off x="4565150" y="2027188"/>
            <a:ext cx="3975600" cy="108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96">
          <p15:clr>
            <a:srgbClr val="E46962"/>
          </p15:clr>
        </p15:guide>
        <p15:guide id="2" orient="horz" pos="198">
          <p15:clr>
            <a:srgbClr val="E46962"/>
          </p15:clr>
        </p15:guide>
        <p15:guide id="3" pos="556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 flipH="1" rot="10800000">
            <a:off x="72751" y="68464"/>
            <a:ext cx="8994641" cy="4998092"/>
          </a:xfrm>
          <a:custGeom>
            <a:rect b="b" l="l" r="r" t="t"/>
            <a:pathLst>
              <a:path extrusionOk="0" h="21587" w="21595">
                <a:moveTo>
                  <a:pt x="42" y="9505"/>
                </a:moveTo>
                <a:lnTo>
                  <a:pt x="2916" y="370"/>
                </a:lnTo>
                <a:cubicBezTo>
                  <a:pt x="2950" y="272"/>
                  <a:pt x="2995" y="188"/>
                  <a:pt x="3049" y="126"/>
                </a:cubicBezTo>
                <a:cubicBezTo>
                  <a:pt x="3114" y="49"/>
                  <a:pt x="3190" y="5"/>
                  <a:pt x="3269" y="0"/>
                </a:cubicBezTo>
                <a:lnTo>
                  <a:pt x="21150" y="0"/>
                </a:lnTo>
                <a:cubicBezTo>
                  <a:pt x="21264" y="-2"/>
                  <a:pt x="21375" y="77"/>
                  <a:pt x="21457" y="220"/>
                </a:cubicBezTo>
                <a:cubicBezTo>
                  <a:pt x="21545" y="371"/>
                  <a:pt x="21594" y="579"/>
                  <a:pt x="21593" y="797"/>
                </a:cubicBezTo>
                <a:lnTo>
                  <a:pt x="21593" y="11533"/>
                </a:lnTo>
                <a:cubicBezTo>
                  <a:pt x="21598" y="11635"/>
                  <a:pt x="21593" y="11738"/>
                  <a:pt x="21579" y="11837"/>
                </a:cubicBezTo>
                <a:cubicBezTo>
                  <a:pt x="21564" y="11939"/>
                  <a:pt x="21539" y="12035"/>
                  <a:pt x="21505" y="12121"/>
                </a:cubicBezTo>
                <a:lnTo>
                  <a:pt x="18665" y="21162"/>
                </a:lnTo>
                <a:cubicBezTo>
                  <a:pt x="18627" y="21299"/>
                  <a:pt x="18567" y="21412"/>
                  <a:pt x="18493" y="21487"/>
                </a:cubicBezTo>
                <a:cubicBezTo>
                  <a:pt x="18424" y="21557"/>
                  <a:pt x="18345" y="21591"/>
                  <a:pt x="18266" y="21585"/>
                </a:cubicBezTo>
                <a:lnTo>
                  <a:pt x="463" y="21585"/>
                </a:lnTo>
                <a:cubicBezTo>
                  <a:pt x="348" y="21598"/>
                  <a:pt x="235" y="21528"/>
                  <a:pt x="148" y="21389"/>
                </a:cubicBezTo>
                <a:cubicBezTo>
                  <a:pt x="55" y="21241"/>
                  <a:pt x="2" y="21028"/>
                  <a:pt x="2" y="20805"/>
                </a:cubicBezTo>
                <a:lnTo>
                  <a:pt x="2" y="9896"/>
                </a:lnTo>
                <a:cubicBezTo>
                  <a:pt x="-2" y="9833"/>
                  <a:pt x="-1" y="9769"/>
                  <a:pt x="5" y="9706"/>
                </a:cubicBezTo>
                <a:cubicBezTo>
                  <a:pt x="11" y="9636"/>
                  <a:pt x="24" y="9569"/>
                  <a:pt x="42" y="950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5" name="Google Shape;35;p6"/>
          <p:cNvSpPr/>
          <p:nvPr/>
        </p:nvSpPr>
        <p:spPr>
          <a:xfrm flipH="1" rot="10800000">
            <a:off x="74736" y="4302697"/>
            <a:ext cx="1024293" cy="759441"/>
          </a:xfrm>
          <a:custGeom>
            <a:rect b="b" l="l" r="r" t="t"/>
            <a:pathLst>
              <a:path extrusionOk="0" h="21549" w="21538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6" name="Google Shape;36;p6"/>
          <p:cNvSpPr/>
          <p:nvPr/>
        </p:nvSpPr>
        <p:spPr>
          <a:xfrm flipH="1" rot="10800000">
            <a:off x="73082" y="3419478"/>
            <a:ext cx="528226" cy="865100"/>
          </a:xfrm>
          <a:custGeom>
            <a:rect b="b" l="l" r="r" t="t"/>
            <a:pathLst>
              <a:path extrusionOk="0" h="21375" w="21377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7" name="Google Shape;37;p6"/>
          <p:cNvSpPr/>
          <p:nvPr/>
        </p:nvSpPr>
        <p:spPr>
          <a:xfrm flipH="1" rot="10800000">
            <a:off x="8077882" y="68621"/>
            <a:ext cx="994341" cy="1610915"/>
          </a:xfrm>
          <a:custGeom>
            <a:rect b="b" l="l" r="r" t="t"/>
            <a:pathLst>
              <a:path extrusionOk="0" h="21476" w="21363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rgbClr val="1B264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8" name="Google Shape;38;p6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/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03">
          <p15:clr>
            <a:srgbClr val="E46962"/>
          </p15:clr>
        </p15:guide>
        <p15:guide id="2" orient="horz" pos="195">
          <p15:clr>
            <a:srgbClr val="E46962"/>
          </p15:clr>
        </p15:guide>
        <p15:guide id="3" pos="5564">
          <p15:clr>
            <a:srgbClr val="E46962"/>
          </p15:clr>
        </p15:guide>
        <p15:guide id="4" orient="horz" pos="1509">
          <p15:clr>
            <a:srgbClr val="E46962"/>
          </p15:clr>
        </p15:guide>
        <p15:guide id="5" pos="2880">
          <p15:clr>
            <a:srgbClr val="E46962"/>
          </p15:clr>
        </p15:guide>
        <p15:guide id="6" orient="horz" pos="2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/>
          <p:nvPr/>
        </p:nvSpPr>
        <p:spPr>
          <a:xfrm flipH="1" rot="10800000">
            <a:off x="72751" y="68464"/>
            <a:ext cx="8994641" cy="4998092"/>
          </a:xfrm>
          <a:custGeom>
            <a:rect b="b" l="l" r="r" t="t"/>
            <a:pathLst>
              <a:path extrusionOk="0" h="21587" w="21595">
                <a:moveTo>
                  <a:pt x="42" y="9505"/>
                </a:moveTo>
                <a:lnTo>
                  <a:pt x="2916" y="370"/>
                </a:lnTo>
                <a:cubicBezTo>
                  <a:pt x="2950" y="272"/>
                  <a:pt x="2995" y="188"/>
                  <a:pt x="3049" y="126"/>
                </a:cubicBezTo>
                <a:cubicBezTo>
                  <a:pt x="3114" y="49"/>
                  <a:pt x="3190" y="5"/>
                  <a:pt x="3269" y="0"/>
                </a:cubicBezTo>
                <a:lnTo>
                  <a:pt x="21150" y="0"/>
                </a:lnTo>
                <a:cubicBezTo>
                  <a:pt x="21264" y="-2"/>
                  <a:pt x="21375" y="77"/>
                  <a:pt x="21457" y="220"/>
                </a:cubicBezTo>
                <a:cubicBezTo>
                  <a:pt x="21545" y="371"/>
                  <a:pt x="21594" y="579"/>
                  <a:pt x="21593" y="797"/>
                </a:cubicBezTo>
                <a:lnTo>
                  <a:pt x="21593" y="11533"/>
                </a:lnTo>
                <a:cubicBezTo>
                  <a:pt x="21598" y="11635"/>
                  <a:pt x="21593" y="11738"/>
                  <a:pt x="21579" y="11837"/>
                </a:cubicBezTo>
                <a:cubicBezTo>
                  <a:pt x="21564" y="11939"/>
                  <a:pt x="21539" y="12035"/>
                  <a:pt x="21505" y="12121"/>
                </a:cubicBezTo>
                <a:lnTo>
                  <a:pt x="18665" y="21162"/>
                </a:lnTo>
                <a:cubicBezTo>
                  <a:pt x="18627" y="21299"/>
                  <a:pt x="18567" y="21412"/>
                  <a:pt x="18493" y="21487"/>
                </a:cubicBezTo>
                <a:cubicBezTo>
                  <a:pt x="18424" y="21557"/>
                  <a:pt x="18345" y="21591"/>
                  <a:pt x="18266" y="21585"/>
                </a:cubicBezTo>
                <a:lnTo>
                  <a:pt x="463" y="21585"/>
                </a:lnTo>
                <a:cubicBezTo>
                  <a:pt x="348" y="21598"/>
                  <a:pt x="235" y="21528"/>
                  <a:pt x="148" y="21389"/>
                </a:cubicBezTo>
                <a:cubicBezTo>
                  <a:pt x="55" y="21241"/>
                  <a:pt x="2" y="21028"/>
                  <a:pt x="2" y="20805"/>
                </a:cubicBezTo>
                <a:lnTo>
                  <a:pt x="2" y="9896"/>
                </a:lnTo>
                <a:cubicBezTo>
                  <a:pt x="-2" y="9833"/>
                  <a:pt x="-1" y="9769"/>
                  <a:pt x="5" y="9706"/>
                </a:cubicBezTo>
                <a:cubicBezTo>
                  <a:pt x="11" y="9636"/>
                  <a:pt x="24" y="9569"/>
                  <a:pt x="42" y="950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3" name="Google Shape;43;p7"/>
          <p:cNvSpPr/>
          <p:nvPr/>
        </p:nvSpPr>
        <p:spPr>
          <a:xfrm flipH="1" rot="10800000">
            <a:off x="74736" y="4302697"/>
            <a:ext cx="1024293" cy="759441"/>
          </a:xfrm>
          <a:custGeom>
            <a:rect b="b" l="l" r="r" t="t"/>
            <a:pathLst>
              <a:path extrusionOk="0" h="21549" w="21538">
                <a:moveTo>
                  <a:pt x="14416" y="20222"/>
                </a:moveTo>
                <a:lnTo>
                  <a:pt x="21363" y="3632"/>
                </a:lnTo>
                <a:cubicBezTo>
                  <a:pt x="21600" y="2939"/>
                  <a:pt x="21596" y="2140"/>
                  <a:pt x="21353" y="1451"/>
                </a:cubicBezTo>
                <a:cubicBezTo>
                  <a:pt x="21077" y="669"/>
                  <a:pt x="20530" y="124"/>
                  <a:pt x="19894" y="0"/>
                </a:cubicBezTo>
                <a:lnTo>
                  <a:pt x="3192" y="117"/>
                </a:lnTo>
                <a:cubicBezTo>
                  <a:pt x="2424" y="197"/>
                  <a:pt x="1697" y="621"/>
                  <a:pt x="1128" y="1322"/>
                </a:cubicBezTo>
                <a:cubicBezTo>
                  <a:pt x="463" y="2139"/>
                  <a:pt x="59" y="3272"/>
                  <a:pt x="0" y="4483"/>
                </a:cubicBezTo>
                <a:lnTo>
                  <a:pt x="55" y="12972"/>
                </a:lnTo>
                <a:cubicBezTo>
                  <a:pt x="48" y="13925"/>
                  <a:pt x="233" y="14863"/>
                  <a:pt x="591" y="15685"/>
                </a:cubicBezTo>
                <a:cubicBezTo>
                  <a:pt x="1059" y="16758"/>
                  <a:pt x="1791" y="17575"/>
                  <a:pt x="2661" y="17991"/>
                </a:cubicBezTo>
                <a:lnTo>
                  <a:pt x="12008" y="21415"/>
                </a:lnTo>
                <a:cubicBezTo>
                  <a:pt x="12436" y="21600"/>
                  <a:pt x="12897" y="21594"/>
                  <a:pt x="13322" y="21397"/>
                </a:cubicBezTo>
                <a:cubicBezTo>
                  <a:pt x="13776" y="21187"/>
                  <a:pt x="14162" y="20772"/>
                  <a:pt x="14416" y="20222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4" name="Google Shape;44;p7"/>
          <p:cNvSpPr/>
          <p:nvPr/>
        </p:nvSpPr>
        <p:spPr>
          <a:xfrm flipH="1" rot="10800000">
            <a:off x="73082" y="3419478"/>
            <a:ext cx="528226" cy="865100"/>
          </a:xfrm>
          <a:custGeom>
            <a:rect b="b" l="l" r="r" t="t"/>
            <a:pathLst>
              <a:path extrusionOk="0" h="21375" w="21377">
                <a:moveTo>
                  <a:pt x="0" y="2384"/>
                </a:moveTo>
                <a:lnTo>
                  <a:pt x="110" y="18610"/>
                </a:lnTo>
                <a:cubicBezTo>
                  <a:pt x="-52" y="19374"/>
                  <a:pt x="381" y="20108"/>
                  <a:pt x="1206" y="20628"/>
                </a:cubicBezTo>
                <a:cubicBezTo>
                  <a:pt x="1802" y="21003"/>
                  <a:pt x="2597" y="21261"/>
                  <a:pt x="3498" y="21346"/>
                </a:cubicBezTo>
                <a:cubicBezTo>
                  <a:pt x="5132" y="21500"/>
                  <a:pt x="6753" y="21027"/>
                  <a:pt x="7582" y="20154"/>
                </a:cubicBezTo>
                <a:lnTo>
                  <a:pt x="20717" y="6063"/>
                </a:lnTo>
                <a:cubicBezTo>
                  <a:pt x="21366" y="5480"/>
                  <a:pt x="21548" y="4749"/>
                  <a:pt x="21214" y="4074"/>
                </a:cubicBezTo>
                <a:cubicBezTo>
                  <a:pt x="20846" y="3330"/>
                  <a:pt x="19900" y="2745"/>
                  <a:pt x="18687" y="2510"/>
                </a:cubicBezTo>
                <a:lnTo>
                  <a:pt x="4959" y="80"/>
                </a:lnTo>
                <a:cubicBezTo>
                  <a:pt x="3846" y="-100"/>
                  <a:pt x="2659" y="27"/>
                  <a:pt x="1711" y="427"/>
                </a:cubicBezTo>
                <a:cubicBezTo>
                  <a:pt x="656" y="872"/>
                  <a:pt x="19" y="1601"/>
                  <a:pt x="0" y="238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5" name="Google Shape;45;p7"/>
          <p:cNvSpPr/>
          <p:nvPr/>
        </p:nvSpPr>
        <p:spPr>
          <a:xfrm flipH="1" rot="10800000">
            <a:off x="8077882" y="68621"/>
            <a:ext cx="994341" cy="1610915"/>
          </a:xfrm>
          <a:custGeom>
            <a:rect b="b" l="l" r="r" t="t"/>
            <a:pathLst>
              <a:path extrusionOk="0" h="21476" w="21363">
                <a:moveTo>
                  <a:pt x="21355" y="1522"/>
                </a:moveTo>
                <a:lnTo>
                  <a:pt x="21355" y="19018"/>
                </a:lnTo>
                <a:cubicBezTo>
                  <a:pt x="21420" y="19622"/>
                  <a:pt x="21104" y="20217"/>
                  <a:pt x="20474" y="20679"/>
                </a:cubicBezTo>
                <a:cubicBezTo>
                  <a:pt x="19889" y="21108"/>
                  <a:pt x="19073" y="21390"/>
                  <a:pt x="18178" y="21475"/>
                </a:cubicBezTo>
                <a:lnTo>
                  <a:pt x="3798" y="21475"/>
                </a:lnTo>
                <a:cubicBezTo>
                  <a:pt x="2489" y="21495"/>
                  <a:pt x="1260" y="21085"/>
                  <a:pt x="564" y="20397"/>
                </a:cubicBezTo>
                <a:cubicBezTo>
                  <a:pt x="-87" y="19752"/>
                  <a:pt x="-180" y="18948"/>
                  <a:pt x="317" y="18253"/>
                </a:cubicBezTo>
                <a:lnTo>
                  <a:pt x="16406" y="783"/>
                </a:lnTo>
                <a:cubicBezTo>
                  <a:pt x="16996" y="194"/>
                  <a:pt x="18114" y="-105"/>
                  <a:pt x="19209" y="33"/>
                </a:cubicBezTo>
                <a:cubicBezTo>
                  <a:pt x="20377" y="180"/>
                  <a:pt x="21250" y="786"/>
                  <a:pt x="21355" y="1522"/>
                </a:cubicBezTo>
                <a:close/>
              </a:path>
            </a:pathLst>
          </a:custGeom>
          <a:solidFill>
            <a:srgbClr val="1B264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6" name="Google Shape;46;p7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311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018475"/>
            <a:ext cx="3999900" cy="301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2" type="body"/>
          </p:nvPr>
        </p:nvSpPr>
        <p:spPr>
          <a:xfrm>
            <a:off x="4832400" y="1018475"/>
            <a:ext cx="3999900" cy="301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03">
          <p15:clr>
            <a:srgbClr val="E46962"/>
          </p15:clr>
        </p15:guide>
        <p15:guide id="2" orient="horz" pos="195">
          <p15:clr>
            <a:srgbClr val="E46962"/>
          </p15:clr>
        </p15:guide>
        <p15:guide id="3" pos="5564">
          <p15:clr>
            <a:srgbClr val="E46962"/>
          </p15:clr>
        </p15:guide>
        <p15:guide id="4" orient="horz" pos="1509">
          <p15:clr>
            <a:srgbClr val="E46962"/>
          </p15:clr>
        </p15:guide>
        <p15:guide id="5" pos="2880">
          <p15:clr>
            <a:srgbClr val="E46962"/>
          </p15:clr>
        </p15:guide>
        <p15:guide id="6" orient="horz" pos="288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/>
          <p:nvPr/>
        </p:nvSpPr>
        <p:spPr>
          <a:xfrm>
            <a:off x="73115" y="77784"/>
            <a:ext cx="5276112" cy="4992893"/>
          </a:xfrm>
          <a:custGeom>
            <a:rect b="b" l="l" r="r" t="t"/>
            <a:pathLst>
              <a:path extrusionOk="0" h="21572" w="21575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2" name="Google Shape;52;p8"/>
          <p:cNvSpPr/>
          <p:nvPr/>
        </p:nvSpPr>
        <p:spPr>
          <a:xfrm>
            <a:off x="5492879" y="69056"/>
            <a:ext cx="437763" cy="527860"/>
          </a:xfrm>
          <a:custGeom>
            <a:rect b="b" l="l" r="r" t="t"/>
            <a:pathLst>
              <a:path extrusionOk="0" h="21449" w="21383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3" name="Google Shape;53;p8"/>
          <p:cNvSpPr/>
          <p:nvPr/>
        </p:nvSpPr>
        <p:spPr>
          <a:xfrm>
            <a:off x="4873586" y="4519865"/>
            <a:ext cx="473808" cy="546860"/>
          </a:xfrm>
          <a:custGeom>
            <a:rect b="b" l="l" r="r" t="t"/>
            <a:pathLst>
              <a:path extrusionOk="0" h="21414" w="21483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4" name="Google Shape;54;p8"/>
          <p:cNvSpPr txBox="1"/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" type="body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">
  <p:cSld name="CUSTOM_2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/>
          <p:nvPr/>
        </p:nvSpPr>
        <p:spPr>
          <a:xfrm flipH="1">
            <a:off x="3794244" y="77784"/>
            <a:ext cx="5276112" cy="4992893"/>
          </a:xfrm>
          <a:custGeom>
            <a:rect b="b" l="l" r="r" t="t"/>
            <a:pathLst>
              <a:path extrusionOk="0" h="21572" w="21575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8" name="Google Shape;58;p9"/>
          <p:cNvSpPr/>
          <p:nvPr/>
        </p:nvSpPr>
        <p:spPr>
          <a:xfrm flipH="1">
            <a:off x="3212828" y="69056"/>
            <a:ext cx="437763" cy="527860"/>
          </a:xfrm>
          <a:custGeom>
            <a:rect b="b" l="l" r="r" t="t"/>
            <a:pathLst>
              <a:path extrusionOk="0" h="21449" w="21383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9" name="Google Shape;59;p9"/>
          <p:cNvSpPr/>
          <p:nvPr/>
        </p:nvSpPr>
        <p:spPr>
          <a:xfrm flipH="1">
            <a:off x="3796077" y="4519865"/>
            <a:ext cx="473808" cy="546860"/>
          </a:xfrm>
          <a:custGeom>
            <a:rect b="b" l="l" r="r" t="t"/>
            <a:pathLst>
              <a:path extrusionOk="0" h="21414" w="21483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60" name="Google Shape;60;p9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9"/>
          <p:cNvSpPr txBox="1"/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" type="body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">
  <p:cSld name="CUSTOM_1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73115" y="77784"/>
            <a:ext cx="5276112" cy="4992893"/>
          </a:xfrm>
          <a:custGeom>
            <a:rect b="b" l="l" r="r" t="t"/>
            <a:pathLst>
              <a:path extrusionOk="0" h="21572" w="21575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5" name="Google Shape;65;p10"/>
          <p:cNvSpPr/>
          <p:nvPr/>
        </p:nvSpPr>
        <p:spPr>
          <a:xfrm>
            <a:off x="5492879" y="69056"/>
            <a:ext cx="437763" cy="527860"/>
          </a:xfrm>
          <a:custGeom>
            <a:rect b="b" l="l" r="r" t="t"/>
            <a:pathLst>
              <a:path extrusionOk="0" h="21449" w="21383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6" name="Google Shape;66;p10"/>
          <p:cNvSpPr/>
          <p:nvPr/>
        </p:nvSpPr>
        <p:spPr>
          <a:xfrm>
            <a:off x="4873586" y="4519865"/>
            <a:ext cx="473808" cy="546860"/>
          </a:xfrm>
          <a:custGeom>
            <a:rect b="b" l="l" r="r" t="t"/>
            <a:pathLst>
              <a:path extrusionOk="0" h="21414" w="21483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7" name="Google Shape;67;p10"/>
          <p:cNvSpPr txBox="1"/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2 1">
  <p:cSld name="CUSTOM_1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/>
          <p:nvPr/>
        </p:nvSpPr>
        <p:spPr>
          <a:xfrm flipH="1">
            <a:off x="3794244" y="77784"/>
            <a:ext cx="5276112" cy="4992893"/>
          </a:xfrm>
          <a:custGeom>
            <a:rect b="b" l="l" r="r" t="t"/>
            <a:pathLst>
              <a:path extrusionOk="0" h="21572" w="21575">
                <a:moveTo>
                  <a:pt x="4" y="731"/>
                </a:moveTo>
                <a:lnTo>
                  <a:pt x="4" y="20674"/>
                </a:lnTo>
                <a:cubicBezTo>
                  <a:pt x="-17" y="20883"/>
                  <a:pt x="39" y="21093"/>
                  <a:pt x="161" y="21259"/>
                </a:cubicBezTo>
                <a:cubicBezTo>
                  <a:pt x="292" y="21437"/>
                  <a:pt x="487" y="21550"/>
                  <a:pt x="699" y="21571"/>
                </a:cubicBezTo>
                <a:lnTo>
                  <a:pt x="18201" y="21571"/>
                </a:lnTo>
                <a:cubicBezTo>
                  <a:pt x="18315" y="21576"/>
                  <a:pt x="18429" y="21555"/>
                  <a:pt x="18535" y="21509"/>
                </a:cubicBezTo>
                <a:cubicBezTo>
                  <a:pt x="18657" y="21456"/>
                  <a:pt x="18765" y="21372"/>
                  <a:pt x="18849" y="21263"/>
                </a:cubicBezTo>
                <a:lnTo>
                  <a:pt x="21370" y="18147"/>
                </a:lnTo>
                <a:cubicBezTo>
                  <a:pt x="21435" y="18069"/>
                  <a:pt x="21486" y="17978"/>
                  <a:pt x="21520" y="17880"/>
                </a:cubicBezTo>
                <a:cubicBezTo>
                  <a:pt x="21560" y="17762"/>
                  <a:pt x="21575" y="17636"/>
                  <a:pt x="21564" y="17512"/>
                </a:cubicBezTo>
                <a:lnTo>
                  <a:pt x="21575" y="736"/>
                </a:lnTo>
                <a:cubicBezTo>
                  <a:pt x="21583" y="511"/>
                  <a:pt x="21490" y="296"/>
                  <a:pt x="21323" y="155"/>
                </a:cubicBezTo>
                <a:cubicBezTo>
                  <a:pt x="21187" y="41"/>
                  <a:pt x="21014" y="-12"/>
                  <a:pt x="20841" y="7"/>
                </a:cubicBezTo>
                <a:lnTo>
                  <a:pt x="810" y="7"/>
                </a:lnTo>
                <a:cubicBezTo>
                  <a:pt x="608" y="-24"/>
                  <a:pt x="403" y="39"/>
                  <a:pt x="248" y="179"/>
                </a:cubicBezTo>
                <a:cubicBezTo>
                  <a:pt x="96" y="318"/>
                  <a:pt x="7" y="519"/>
                  <a:pt x="4" y="73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" name="Google Shape;71;p11"/>
          <p:cNvSpPr/>
          <p:nvPr/>
        </p:nvSpPr>
        <p:spPr>
          <a:xfrm flipH="1">
            <a:off x="3212828" y="69056"/>
            <a:ext cx="437763" cy="527860"/>
          </a:xfrm>
          <a:custGeom>
            <a:rect b="b" l="l" r="r" t="t"/>
            <a:pathLst>
              <a:path extrusionOk="0" h="21449" w="21383">
                <a:moveTo>
                  <a:pt x="10" y="2594"/>
                </a:moveTo>
                <a:lnTo>
                  <a:pt x="10" y="19147"/>
                </a:lnTo>
                <a:cubicBezTo>
                  <a:pt x="-7" y="20211"/>
                  <a:pt x="866" y="21142"/>
                  <a:pt x="2111" y="21388"/>
                </a:cubicBezTo>
                <a:cubicBezTo>
                  <a:pt x="3184" y="21600"/>
                  <a:pt x="4304" y="21245"/>
                  <a:pt x="4935" y="20492"/>
                </a:cubicBezTo>
                <a:lnTo>
                  <a:pt x="20608" y="3928"/>
                </a:lnTo>
                <a:cubicBezTo>
                  <a:pt x="21299" y="3327"/>
                  <a:pt x="21552" y="2464"/>
                  <a:pt x="21270" y="1665"/>
                </a:cubicBezTo>
                <a:cubicBezTo>
                  <a:pt x="20957" y="777"/>
                  <a:pt x="20045" y="125"/>
                  <a:pt x="18943" y="0"/>
                </a:cubicBezTo>
                <a:lnTo>
                  <a:pt x="2322" y="0"/>
                </a:lnTo>
                <a:cubicBezTo>
                  <a:pt x="1629" y="125"/>
                  <a:pt x="1014" y="454"/>
                  <a:pt x="589" y="925"/>
                </a:cubicBezTo>
                <a:cubicBezTo>
                  <a:pt x="158" y="1404"/>
                  <a:pt x="-48" y="1997"/>
                  <a:pt x="10" y="2594"/>
                </a:cubicBezTo>
                <a:close/>
              </a:path>
            </a:pathLst>
          </a:custGeom>
          <a:solidFill>
            <a:srgbClr val="F5C1BC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" name="Google Shape;72;p11"/>
          <p:cNvSpPr/>
          <p:nvPr/>
        </p:nvSpPr>
        <p:spPr>
          <a:xfrm flipH="1">
            <a:off x="3796077" y="4519865"/>
            <a:ext cx="473808" cy="546860"/>
          </a:xfrm>
          <a:custGeom>
            <a:rect b="b" l="l" r="r" t="t"/>
            <a:pathLst>
              <a:path extrusionOk="0" h="21414" w="21483">
                <a:moveTo>
                  <a:pt x="214" y="19001"/>
                </a:moveTo>
                <a:lnTo>
                  <a:pt x="18112" y="544"/>
                </a:lnTo>
                <a:cubicBezTo>
                  <a:pt x="18603" y="81"/>
                  <a:pt x="19352" y="-106"/>
                  <a:pt x="20053" y="59"/>
                </a:cubicBezTo>
                <a:cubicBezTo>
                  <a:pt x="20811" y="237"/>
                  <a:pt x="21371" y="790"/>
                  <a:pt x="21476" y="1462"/>
                </a:cubicBezTo>
                <a:lnTo>
                  <a:pt x="21476" y="19096"/>
                </a:lnTo>
                <a:cubicBezTo>
                  <a:pt x="21530" y="19725"/>
                  <a:pt x="21262" y="20343"/>
                  <a:pt x="20744" y="20786"/>
                </a:cubicBezTo>
                <a:cubicBezTo>
                  <a:pt x="20313" y="21154"/>
                  <a:pt x="19742" y="21373"/>
                  <a:pt x="19137" y="21401"/>
                </a:cubicBezTo>
                <a:lnTo>
                  <a:pt x="2188" y="21401"/>
                </a:lnTo>
                <a:cubicBezTo>
                  <a:pt x="1325" y="21494"/>
                  <a:pt x="494" y="21082"/>
                  <a:pt x="152" y="20391"/>
                </a:cubicBezTo>
                <a:cubicBezTo>
                  <a:pt x="-70" y="19943"/>
                  <a:pt x="-47" y="19433"/>
                  <a:pt x="214" y="19001"/>
                </a:cubicBezTo>
                <a:close/>
              </a:path>
            </a:pathLst>
          </a:custGeom>
          <a:solidFill>
            <a:srgbClr val="283A97"/>
          </a:solidFill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73" name="Google Shape;73;p11"/>
          <p:cNvPicPr preferRelativeResize="0"/>
          <p:nvPr/>
        </p:nvPicPr>
        <p:blipFill rotWithShape="1">
          <a:blip r:embed="rId2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1"/>
          <p:cNvSpPr txBox="1"/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3">
  <p:cSld name="CUSTOM_3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/>
          <p:nvPr>
            <p:ph idx="2" type="pic"/>
          </p:nvPr>
        </p:nvSpPr>
        <p:spPr>
          <a:xfrm>
            <a:off x="80100" y="79500"/>
            <a:ext cx="8983800" cy="4992300"/>
          </a:xfrm>
          <a:prstGeom prst="roundRect">
            <a:avLst>
              <a:gd fmla="val 396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Relationship Id="rId4" Type="http://schemas.openxmlformats.org/officeDocument/2006/relationships/image" Target="../media/image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Relationship Id="rId4" Type="http://schemas.openxmlformats.org/officeDocument/2006/relationships/image" Target="../media/image6.jpg"/><Relationship Id="rId5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3"/>
          <p:cNvSpPr txBox="1"/>
          <p:nvPr>
            <p:ph idx="2" type="title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/>
          <p:cNvSpPr txBox="1"/>
          <p:nvPr>
            <p:ph type="title"/>
          </p:nvPr>
        </p:nvSpPr>
        <p:spPr>
          <a:xfrm>
            <a:off x="311700" y="310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4"/>
          <p:cNvSpPr txBox="1"/>
          <p:nvPr>
            <p:ph idx="1" type="body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5"/>
          <p:cNvPicPr preferRelativeResize="0"/>
          <p:nvPr/>
        </p:nvPicPr>
        <p:blipFill rotWithShape="1">
          <a:blip r:embed="rId3">
            <a:alphaModFix/>
          </a:blip>
          <a:srcRect b="8222" l="0" r="0" t="8222"/>
          <a:stretch/>
        </p:blipFill>
        <p:spPr>
          <a:xfrm>
            <a:off x="77601" y="75650"/>
            <a:ext cx="8983898" cy="4992210"/>
          </a:xfrm>
          <a:custGeom>
            <a:rect b="b" l="l" r="r" t="t"/>
            <a:pathLst>
              <a:path extrusionOk="0" h="21587" w="21595">
                <a:moveTo>
                  <a:pt x="3269" y="0"/>
                </a:moveTo>
                <a:cubicBezTo>
                  <a:pt x="3191" y="5"/>
                  <a:pt x="3114" y="49"/>
                  <a:pt x="3049" y="126"/>
                </a:cubicBezTo>
                <a:cubicBezTo>
                  <a:pt x="2995" y="189"/>
                  <a:pt x="2950" y="272"/>
                  <a:pt x="2916" y="370"/>
                </a:cubicBezTo>
                <a:lnTo>
                  <a:pt x="42" y="9505"/>
                </a:lnTo>
                <a:cubicBezTo>
                  <a:pt x="24" y="9569"/>
                  <a:pt x="12" y="9636"/>
                  <a:pt x="5" y="9707"/>
                </a:cubicBezTo>
                <a:cubicBezTo>
                  <a:pt x="-1" y="9769"/>
                  <a:pt x="-2" y="9833"/>
                  <a:pt x="2" y="9896"/>
                </a:cubicBezTo>
                <a:lnTo>
                  <a:pt x="2" y="20805"/>
                </a:lnTo>
                <a:cubicBezTo>
                  <a:pt x="2" y="21028"/>
                  <a:pt x="55" y="21241"/>
                  <a:pt x="148" y="21389"/>
                </a:cubicBezTo>
                <a:cubicBezTo>
                  <a:pt x="235" y="21527"/>
                  <a:pt x="348" y="21598"/>
                  <a:pt x="463" y="21585"/>
                </a:cubicBezTo>
                <a:lnTo>
                  <a:pt x="18266" y="21585"/>
                </a:lnTo>
                <a:cubicBezTo>
                  <a:pt x="18345" y="21591"/>
                  <a:pt x="18424" y="21557"/>
                  <a:pt x="18493" y="21487"/>
                </a:cubicBezTo>
                <a:cubicBezTo>
                  <a:pt x="18567" y="21412"/>
                  <a:pt x="18627" y="21299"/>
                  <a:pt x="18665" y="21162"/>
                </a:cubicBezTo>
                <a:lnTo>
                  <a:pt x="21505" y="12121"/>
                </a:lnTo>
                <a:cubicBezTo>
                  <a:pt x="21539" y="12035"/>
                  <a:pt x="21564" y="11939"/>
                  <a:pt x="21579" y="11837"/>
                </a:cubicBezTo>
                <a:cubicBezTo>
                  <a:pt x="21593" y="11738"/>
                  <a:pt x="21598" y="11635"/>
                  <a:pt x="21593" y="11533"/>
                </a:cubicBezTo>
                <a:lnTo>
                  <a:pt x="21593" y="797"/>
                </a:lnTo>
                <a:cubicBezTo>
                  <a:pt x="21594" y="580"/>
                  <a:pt x="21545" y="370"/>
                  <a:pt x="21457" y="220"/>
                </a:cubicBezTo>
                <a:cubicBezTo>
                  <a:pt x="21375" y="77"/>
                  <a:pt x="21264" y="-2"/>
                  <a:pt x="21149" y="0"/>
                </a:cubicBezTo>
                <a:lnTo>
                  <a:pt x="3269" y="0"/>
                </a:lnTo>
                <a:close/>
              </a:path>
            </a:pathLst>
          </a:custGeom>
          <a:noFill/>
          <a:ln>
            <a:noFill/>
          </a:ln>
          <a:effectLst>
            <a:outerShdw blurRad="142875" rotWithShape="0" algn="bl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311700" y="311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311700" y="1018475"/>
            <a:ext cx="3999900" cy="33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 txBox="1"/>
          <p:nvPr>
            <p:ph idx="2" type="body"/>
          </p:nvPr>
        </p:nvSpPr>
        <p:spPr>
          <a:xfrm>
            <a:off x="4832400" y="1018475"/>
            <a:ext cx="3999900" cy="33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4565150" y="2027188"/>
            <a:ext cx="3975600" cy="108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34131" r="34134" t="0"/>
          <a:stretch/>
        </p:blipFill>
        <p:spPr>
          <a:xfrm>
            <a:off x="71962" y="75370"/>
            <a:ext cx="2934807" cy="4994175"/>
          </a:xfrm>
          <a:custGeom>
            <a:rect b="b" l="l" r="r" t="t"/>
            <a:pathLst>
              <a:path extrusionOk="0" h="21585" w="21587">
                <a:moveTo>
                  <a:pt x="1213" y="0"/>
                </a:moveTo>
                <a:cubicBezTo>
                  <a:pt x="869" y="17"/>
                  <a:pt x="549" y="112"/>
                  <a:pt x="322" y="266"/>
                </a:cubicBezTo>
                <a:cubicBezTo>
                  <a:pt x="122" y="402"/>
                  <a:pt x="8" y="574"/>
                  <a:pt x="0" y="754"/>
                </a:cubicBezTo>
                <a:lnTo>
                  <a:pt x="0" y="20807"/>
                </a:lnTo>
                <a:cubicBezTo>
                  <a:pt x="-7" y="21040"/>
                  <a:pt x="166" y="21261"/>
                  <a:pt x="470" y="21410"/>
                </a:cubicBezTo>
                <a:cubicBezTo>
                  <a:pt x="732" y="21538"/>
                  <a:pt x="1069" y="21600"/>
                  <a:pt x="1408" y="21583"/>
                </a:cubicBezTo>
                <a:lnTo>
                  <a:pt x="11184" y="21583"/>
                </a:lnTo>
                <a:cubicBezTo>
                  <a:pt x="11504" y="21587"/>
                  <a:pt x="11818" y="21528"/>
                  <a:pt x="12074" y="21414"/>
                </a:cubicBezTo>
                <a:cubicBezTo>
                  <a:pt x="12292" y="21317"/>
                  <a:pt x="12458" y="21184"/>
                  <a:pt x="12550" y="21033"/>
                </a:cubicBezTo>
                <a:lnTo>
                  <a:pt x="21371" y="9484"/>
                </a:lnTo>
                <a:cubicBezTo>
                  <a:pt x="21518" y="9337"/>
                  <a:pt x="21593" y="9169"/>
                  <a:pt x="21586" y="8999"/>
                </a:cubicBezTo>
                <a:cubicBezTo>
                  <a:pt x="21578" y="8787"/>
                  <a:pt x="21447" y="8583"/>
                  <a:pt x="21213" y="8422"/>
                </a:cubicBezTo>
                <a:lnTo>
                  <a:pt x="8664" y="306"/>
                </a:lnTo>
                <a:cubicBezTo>
                  <a:pt x="8578" y="230"/>
                  <a:pt x="8467" y="164"/>
                  <a:pt x="8338" y="114"/>
                </a:cubicBezTo>
                <a:cubicBezTo>
                  <a:pt x="8161" y="45"/>
                  <a:pt x="7956" y="6"/>
                  <a:pt x="7744" y="0"/>
                </a:cubicBezTo>
                <a:lnTo>
                  <a:pt x="1213" y="0"/>
                </a:ln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8"/>
          <p:cNvPicPr preferRelativeResize="0"/>
          <p:nvPr/>
        </p:nvPicPr>
        <p:blipFill rotWithShape="1">
          <a:blip r:embed="rId3">
            <a:alphaModFix/>
          </a:blip>
          <a:srcRect b="0" l="30460" r="30460" t="0"/>
          <a:stretch/>
        </p:blipFill>
        <p:spPr>
          <a:xfrm>
            <a:off x="6134201" y="75375"/>
            <a:ext cx="2934807" cy="4994014"/>
          </a:xfrm>
          <a:custGeom>
            <a:rect b="b" l="l" r="r" t="t"/>
            <a:pathLst>
              <a:path extrusionOk="0" h="21585" w="21587">
                <a:moveTo>
                  <a:pt x="20374" y="0"/>
                </a:moveTo>
                <a:cubicBezTo>
                  <a:pt x="20718" y="17"/>
                  <a:pt x="21038" y="112"/>
                  <a:pt x="21265" y="266"/>
                </a:cubicBezTo>
                <a:cubicBezTo>
                  <a:pt x="21465" y="402"/>
                  <a:pt x="21579" y="574"/>
                  <a:pt x="21587" y="754"/>
                </a:cubicBezTo>
                <a:lnTo>
                  <a:pt x="21587" y="20807"/>
                </a:lnTo>
                <a:cubicBezTo>
                  <a:pt x="21594" y="21040"/>
                  <a:pt x="21421" y="21261"/>
                  <a:pt x="21117" y="21410"/>
                </a:cubicBezTo>
                <a:cubicBezTo>
                  <a:pt x="20855" y="21538"/>
                  <a:pt x="20518" y="21600"/>
                  <a:pt x="20179" y="21583"/>
                </a:cubicBezTo>
                <a:lnTo>
                  <a:pt x="10403" y="21583"/>
                </a:lnTo>
                <a:cubicBezTo>
                  <a:pt x="10083" y="21587"/>
                  <a:pt x="9769" y="21528"/>
                  <a:pt x="9513" y="21414"/>
                </a:cubicBezTo>
                <a:cubicBezTo>
                  <a:pt x="9295" y="21317"/>
                  <a:pt x="9129" y="21184"/>
                  <a:pt x="9037" y="21033"/>
                </a:cubicBezTo>
                <a:lnTo>
                  <a:pt x="216" y="9484"/>
                </a:lnTo>
                <a:cubicBezTo>
                  <a:pt x="69" y="9337"/>
                  <a:pt x="-6" y="9169"/>
                  <a:pt x="1" y="8999"/>
                </a:cubicBezTo>
                <a:cubicBezTo>
                  <a:pt x="9" y="8787"/>
                  <a:pt x="140" y="8583"/>
                  <a:pt x="374" y="8422"/>
                </a:cubicBezTo>
                <a:lnTo>
                  <a:pt x="12923" y="306"/>
                </a:lnTo>
                <a:cubicBezTo>
                  <a:pt x="13009" y="230"/>
                  <a:pt x="13120" y="164"/>
                  <a:pt x="13249" y="114"/>
                </a:cubicBezTo>
                <a:cubicBezTo>
                  <a:pt x="13426" y="45"/>
                  <a:pt x="13631" y="6"/>
                  <a:pt x="13843" y="0"/>
                </a:cubicBezTo>
                <a:lnTo>
                  <a:pt x="20374" y="0"/>
                </a:ln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543500" y="2150350"/>
            <a:ext cx="4398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18"/>
          <p:cNvPicPr preferRelativeResize="0"/>
          <p:nvPr/>
        </p:nvPicPr>
        <p:blipFill rotWithShape="1">
          <a:blip r:embed="rId4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b="0" l="26179" r="26179" t="0"/>
          <a:stretch/>
        </p:blipFill>
        <p:spPr>
          <a:xfrm>
            <a:off x="73125" y="72133"/>
            <a:ext cx="3575481" cy="4991099"/>
          </a:xfrm>
          <a:custGeom>
            <a:rect b="b" l="l" r="r" t="t"/>
            <a:pathLst>
              <a:path extrusionOk="0" h="21578" w="21594">
                <a:moveTo>
                  <a:pt x="17030" y="1"/>
                </a:moveTo>
                <a:cubicBezTo>
                  <a:pt x="17163" y="7"/>
                  <a:pt x="17294" y="30"/>
                  <a:pt x="17416" y="70"/>
                </a:cubicBezTo>
                <a:cubicBezTo>
                  <a:pt x="17560" y="116"/>
                  <a:pt x="17688" y="185"/>
                  <a:pt x="17792" y="270"/>
                </a:cubicBezTo>
                <a:lnTo>
                  <a:pt x="21412" y="3557"/>
                </a:lnTo>
                <a:cubicBezTo>
                  <a:pt x="21482" y="3638"/>
                  <a:pt x="21533" y="3726"/>
                  <a:pt x="21563" y="3819"/>
                </a:cubicBezTo>
                <a:cubicBezTo>
                  <a:pt x="21591" y="3905"/>
                  <a:pt x="21600" y="3994"/>
                  <a:pt x="21590" y="4082"/>
                </a:cubicBezTo>
                <a:lnTo>
                  <a:pt x="21567" y="20865"/>
                </a:lnTo>
                <a:cubicBezTo>
                  <a:pt x="21560" y="21064"/>
                  <a:pt x="21441" y="21252"/>
                  <a:pt x="21235" y="21386"/>
                </a:cubicBezTo>
                <a:cubicBezTo>
                  <a:pt x="21013" y="21531"/>
                  <a:pt x="20714" y="21599"/>
                  <a:pt x="20415" y="21572"/>
                </a:cubicBezTo>
                <a:lnTo>
                  <a:pt x="888" y="21577"/>
                </a:lnTo>
                <a:cubicBezTo>
                  <a:pt x="664" y="21536"/>
                  <a:pt x="462" y="21449"/>
                  <a:pt x="306" y="21327"/>
                </a:cubicBezTo>
                <a:cubicBezTo>
                  <a:pt x="138" y="21195"/>
                  <a:pt x="30" y="21030"/>
                  <a:pt x="0" y="20853"/>
                </a:cubicBezTo>
                <a:lnTo>
                  <a:pt x="0" y="713"/>
                </a:lnTo>
                <a:cubicBezTo>
                  <a:pt x="29" y="497"/>
                  <a:pt x="181" y="299"/>
                  <a:pt x="420" y="166"/>
                </a:cubicBezTo>
                <a:cubicBezTo>
                  <a:pt x="591" y="70"/>
                  <a:pt x="798" y="12"/>
                  <a:pt x="1016" y="1"/>
                </a:cubicBezTo>
                <a:lnTo>
                  <a:pt x="16896" y="1"/>
                </a:lnTo>
                <a:cubicBezTo>
                  <a:pt x="16941" y="-1"/>
                  <a:pt x="16986" y="-1"/>
                  <a:pt x="17030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sp>
        <p:nvSpPr>
          <p:cNvPr id="120" name="Google Shape;120;p19"/>
          <p:cNvSpPr txBox="1"/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8" name="Google Shape;128;p20"/>
          <p:cNvPicPr preferRelativeResize="0"/>
          <p:nvPr/>
        </p:nvPicPr>
        <p:blipFill rotWithShape="1">
          <a:blip r:embed="rId3">
            <a:alphaModFix/>
          </a:blip>
          <a:srcRect b="0" l="26179" r="26179" t="0"/>
          <a:stretch/>
        </p:blipFill>
        <p:spPr>
          <a:xfrm>
            <a:off x="5494875" y="72102"/>
            <a:ext cx="3575481" cy="4991153"/>
          </a:xfrm>
          <a:custGeom>
            <a:rect b="b" l="l" r="r" t="t"/>
            <a:pathLst>
              <a:path extrusionOk="0" h="21578" w="21594">
                <a:moveTo>
                  <a:pt x="4564" y="1"/>
                </a:moveTo>
                <a:cubicBezTo>
                  <a:pt x="4431" y="7"/>
                  <a:pt x="4300" y="30"/>
                  <a:pt x="4178" y="70"/>
                </a:cubicBezTo>
                <a:cubicBezTo>
                  <a:pt x="4034" y="116"/>
                  <a:pt x="3906" y="185"/>
                  <a:pt x="3802" y="270"/>
                </a:cubicBezTo>
                <a:lnTo>
                  <a:pt x="182" y="3557"/>
                </a:lnTo>
                <a:cubicBezTo>
                  <a:pt x="112" y="3638"/>
                  <a:pt x="61" y="3726"/>
                  <a:pt x="31" y="3819"/>
                </a:cubicBezTo>
                <a:cubicBezTo>
                  <a:pt x="3" y="3905"/>
                  <a:pt x="-6" y="3994"/>
                  <a:pt x="4" y="4082"/>
                </a:cubicBezTo>
                <a:lnTo>
                  <a:pt x="27" y="20865"/>
                </a:lnTo>
                <a:cubicBezTo>
                  <a:pt x="34" y="21064"/>
                  <a:pt x="153" y="21252"/>
                  <a:pt x="359" y="21386"/>
                </a:cubicBezTo>
                <a:cubicBezTo>
                  <a:pt x="581" y="21531"/>
                  <a:pt x="880" y="21599"/>
                  <a:pt x="1179" y="21572"/>
                </a:cubicBezTo>
                <a:lnTo>
                  <a:pt x="20706" y="21577"/>
                </a:lnTo>
                <a:cubicBezTo>
                  <a:pt x="20930" y="21536"/>
                  <a:pt x="21132" y="21449"/>
                  <a:pt x="21288" y="21327"/>
                </a:cubicBezTo>
                <a:cubicBezTo>
                  <a:pt x="21456" y="21195"/>
                  <a:pt x="21564" y="21030"/>
                  <a:pt x="21594" y="20853"/>
                </a:cubicBezTo>
                <a:lnTo>
                  <a:pt x="21594" y="713"/>
                </a:lnTo>
                <a:cubicBezTo>
                  <a:pt x="21565" y="497"/>
                  <a:pt x="21413" y="299"/>
                  <a:pt x="21174" y="166"/>
                </a:cubicBezTo>
                <a:cubicBezTo>
                  <a:pt x="21003" y="70"/>
                  <a:pt x="20796" y="12"/>
                  <a:pt x="20578" y="1"/>
                </a:cubicBezTo>
                <a:lnTo>
                  <a:pt x="4698" y="1"/>
                </a:lnTo>
                <a:cubicBezTo>
                  <a:pt x="4653" y="-1"/>
                  <a:pt x="4608" y="-1"/>
                  <a:pt x="4564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pic>
        <p:nvPicPr>
          <p:cNvPr id="129" name="Google Shape;129;p20"/>
          <p:cNvPicPr preferRelativeResize="0"/>
          <p:nvPr/>
        </p:nvPicPr>
        <p:blipFill rotWithShape="1">
          <a:blip r:embed="rId4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1"/>
          <p:cNvPicPr preferRelativeResize="0"/>
          <p:nvPr/>
        </p:nvPicPr>
        <p:blipFill rotWithShape="1">
          <a:blip r:embed="rId3">
            <a:alphaModFix/>
          </a:blip>
          <a:srcRect b="0" l="3841" r="3832" t="0"/>
          <a:stretch/>
        </p:blipFill>
        <p:spPr>
          <a:xfrm>
            <a:off x="74000" y="67224"/>
            <a:ext cx="3575481" cy="2575534"/>
          </a:xfrm>
          <a:custGeom>
            <a:rect b="b" l="l" r="r" t="t"/>
            <a:pathLst>
              <a:path extrusionOk="0" h="21558" w="21594">
                <a:moveTo>
                  <a:pt x="17030" y="3"/>
                </a:moveTo>
                <a:cubicBezTo>
                  <a:pt x="17163" y="15"/>
                  <a:pt x="17294" y="60"/>
                  <a:pt x="17416" y="136"/>
                </a:cubicBezTo>
                <a:cubicBezTo>
                  <a:pt x="17560" y="226"/>
                  <a:pt x="17688" y="359"/>
                  <a:pt x="17792" y="524"/>
                </a:cubicBezTo>
                <a:lnTo>
                  <a:pt x="21412" y="6887"/>
                </a:lnTo>
                <a:cubicBezTo>
                  <a:pt x="21482" y="7043"/>
                  <a:pt x="21533" y="7215"/>
                  <a:pt x="21563" y="7395"/>
                </a:cubicBezTo>
                <a:cubicBezTo>
                  <a:pt x="21591" y="7562"/>
                  <a:pt x="21600" y="7733"/>
                  <a:pt x="21590" y="7903"/>
                </a:cubicBezTo>
                <a:lnTo>
                  <a:pt x="21567" y="20177"/>
                </a:lnTo>
                <a:cubicBezTo>
                  <a:pt x="21560" y="20563"/>
                  <a:pt x="21441" y="20927"/>
                  <a:pt x="21235" y="21187"/>
                </a:cubicBezTo>
                <a:cubicBezTo>
                  <a:pt x="21013" y="21467"/>
                  <a:pt x="20714" y="21599"/>
                  <a:pt x="20415" y="21547"/>
                </a:cubicBezTo>
                <a:lnTo>
                  <a:pt x="888" y="17157"/>
                </a:lnTo>
                <a:cubicBezTo>
                  <a:pt x="664" y="17077"/>
                  <a:pt x="462" y="16908"/>
                  <a:pt x="306" y="16672"/>
                </a:cubicBezTo>
                <a:cubicBezTo>
                  <a:pt x="138" y="16418"/>
                  <a:pt x="30" y="16097"/>
                  <a:pt x="0" y="15755"/>
                </a:cubicBezTo>
                <a:lnTo>
                  <a:pt x="0" y="1382"/>
                </a:lnTo>
                <a:cubicBezTo>
                  <a:pt x="29" y="964"/>
                  <a:pt x="181" y="581"/>
                  <a:pt x="420" y="322"/>
                </a:cubicBezTo>
                <a:cubicBezTo>
                  <a:pt x="591" y="136"/>
                  <a:pt x="798" y="24"/>
                  <a:pt x="1016" y="3"/>
                </a:cubicBezTo>
                <a:lnTo>
                  <a:pt x="16896" y="3"/>
                </a:lnTo>
                <a:cubicBezTo>
                  <a:pt x="16941" y="-1"/>
                  <a:pt x="16986" y="-1"/>
                  <a:pt x="17030" y="3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pic>
        <p:nvPicPr>
          <p:cNvPr id="135" name="Google Shape;135;p21"/>
          <p:cNvPicPr preferRelativeResize="0"/>
          <p:nvPr/>
        </p:nvPicPr>
        <p:blipFill rotWithShape="1">
          <a:blip r:embed="rId4">
            <a:alphaModFix/>
          </a:blip>
          <a:srcRect b="0" l="7541" r="7541" t="0"/>
          <a:stretch/>
        </p:blipFill>
        <p:spPr>
          <a:xfrm>
            <a:off x="76278" y="2273460"/>
            <a:ext cx="3570971" cy="2796389"/>
          </a:xfrm>
          <a:custGeom>
            <a:rect b="b" l="l" r="r" t="t"/>
            <a:pathLst>
              <a:path extrusionOk="0" h="21570" w="21571">
                <a:moveTo>
                  <a:pt x="981" y="1"/>
                </a:moveTo>
                <a:cubicBezTo>
                  <a:pt x="1047" y="3"/>
                  <a:pt x="1112" y="14"/>
                  <a:pt x="1177" y="34"/>
                </a:cubicBezTo>
                <a:lnTo>
                  <a:pt x="20783" y="4081"/>
                </a:lnTo>
                <a:cubicBezTo>
                  <a:pt x="21015" y="4161"/>
                  <a:pt x="21220" y="4340"/>
                  <a:pt x="21363" y="4588"/>
                </a:cubicBezTo>
                <a:cubicBezTo>
                  <a:pt x="21507" y="4837"/>
                  <a:pt x="21580" y="5142"/>
                  <a:pt x="21570" y="5451"/>
                </a:cubicBezTo>
                <a:lnTo>
                  <a:pt x="21536" y="20300"/>
                </a:lnTo>
                <a:cubicBezTo>
                  <a:pt x="21524" y="20597"/>
                  <a:pt x="21435" y="20880"/>
                  <a:pt x="21283" y="21104"/>
                </a:cubicBezTo>
                <a:cubicBezTo>
                  <a:pt x="21073" y="21413"/>
                  <a:pt x="20763" y="21584"/>
                  <a:pt x="20443" y="21568"/>
                </a:cubicBezTo>
                <a:lnTo>
                  <a:pt x="1105" y="21568"/>
                </a:lnTo>
                <a:cubicBezTo>
                  <a:pt x="797" y="21594"/>
                  <a:pt x="496" y="21444"/>
                  <a:pt x="284" y="21158"/>
                </a:cubicBezTo>
                <a:cubicBezTo>
                  <a:pt x="82" y="20886"/>
                  <a:pt x="-20" y="20519"/>
                  <a:pt x="3" y="20146"/>
                </a:cubicBezTo>
                <a:lnTo>
                  <a:pt x="3" y="1310"/>
                </a:lnTo>
                <a:cubicBezTo>
                  <a:pt x="-19" y="872"/>
                  <a:pt x="142" y="452"/>
                  <a:pt x="427" y="207"/>
                </a:cubicBezTo>
                <a:cubicBezTo>
                  <a:pt x="592" y="66"/>
                  <a:pt x="786" y="-6"/>
                  <a:pt x="981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sp>
        <p:nvSpPr>
          <p:cNvPr id="136" name="Google Shape;136;p21"/>
          <p:cNvSpPr txBox="1"/>
          <p:nvPr>
            <p:ph type="title"/>
          </p:nvPr>
        </p:nvSpPr>
        <p:spPr>
          <a:xfrm>
            <a:off x="4034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4034775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311700" y="320175"/>
            <a:ext cx="47952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2"/>
          <p:cNvSpPr txBox="1"/>
          <p:nvPr>
            <p:ph idx="1" type="body"/>
          </p:nvPr>
        </p:nvSpPr>
        <p:spPr>
          <a:xfrm>
            <a:off x="311700" y="1017725"/>
            <a:ext cx="4795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4" name="Google Shape;144;p22"/>
          <p:cNvPicPr preferRelativeResize="0"/>
          <p:nvPr/>
        </p:nvPicPr>
        <p:blipFill rotWithShape="1">
          <a:blip r:embed="rId3">
            <a:alphaModFix/>
          </a:blip>
          <a:srcRect b="0" l="3841" r="3832" t="0"/>
          <a:stretch/>
        </p:blipFill>
        <p:spPr>
          <a:xfrm>
            <a:off x="5494875" y="72103"/>
            <a:ext cx="3575481" cy="2575534"/>
          </a:xfrm>
          <a:custGeom>
            <a:rect b="b" l="l" r="r" t="t"/>
            <a:pathLst>
              <a:path extrusionOk="0" h="21558" w="21594">
                <a:moveTo>
                  <a:pt x="4564" y="3"/>
                </a:moveTo>
                <a:cubicBezTo>
                  <a:pt x="4431" y="15"/>
                  <a:pt x="4300" y="60"/>
                  <a:pt x="4178" y="136"/>
                </a:cubicBezTo>
                <a:cubicBezTo>
                  <a:pt x="4034" y="226"/>
                  <a:pt x="3906" y="359"/>
                  <a:pt x="3802" y="524"/>
                </a:cubicBezTo>
                <a:lnTo>
                  <a:pt x="182" y="6887"/>
                </a:lnTo>
                <a:cubicBezTo>
                  <a:pt x="112" y="7043"/>
                  <a:pt x="61" y="7215"/>
                  <a:pt x="31" y="7395"/>
                </a:cubicBezTo>
                <a:cubicBezTo>
                  <a:pt x="3" y="7562"/>
                  <a:pt x="-6" y="7733"/>
                  <a:pt x="4" y="7903"/>
                </a:cubicBezTo>
                <a:lnTo>
                  <a:pt x="27" y="20177"/>
                </a:lnTo>
                <a:cubicBezTo>
                  <a:pt x="34" y="20563"/>
                  <a:pt x="153" y="20927"/>
                  <a:pt x="359" y="21187"/>
                </a:cubicBezTo>
                <a:cubicBezTo>
                  <a:pt x="581" y="21467"/>
                  <a:pt x="880" y="21599"/>
                  <a:pt x="1179" y="21547"/>
                </a:cubicBezTo>
                <a:lnTo>
                  <a:pt x="20706" y="17157"/>
                </a:lnTo>
                <a:cubicBezTo>
                  <a:pt x="20930" y="17077"/>
                  <a:pt x="21132" y="16908"/>
                  <a:pt x="21288" y="16672"/>
                </a:cubicBezTo>
                <a:cubicBezTo>
                  <a:pt x="21456" y="16418"/>
                  <a:pt x="21564" y="16097"/>
                  <a:pt x="21594" y="15755"/>
                </a:cubicBezTo>
                <a:lnTo>
                  <a:pt x="21594" y="1382"/>
                </a:lnTo>
                <a:cubicBezTo>
                  <a:pt x="21565" y="964"/>
                  <a:pt x="21413" y="581"/>
                  <a:pt x="21174" y="322"/>
                </a:cubicBezTo>
                <a:cubicBezTo>
                  <a:pt x="21003" y="136"/>
                  <a:pt x="20796" y="24"/>
                  <a:pt x="20578" y="3"/>
                </a:cubicBezTo>
                <a:lnTo>
                  <a:pt x="4698" y="3"/>
                </a:lnTo>
                <a:cubicBezTo>
                  <a:pt x="4653" y="-1"/>
                  <a:pt x="4608" y="-1"/>
                  <a:pt x="4564" y="3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pic>
        <p:nvPicPr>
          <p:cNvPr id="145" name="Google Shape;145;p22"/>
          <p:cNvPicPr preferRelativeResize="0"/>
          <p:nvPr/>
        </p:nvPicPr>
        <p:blipFill rotWithShape="1">
          <a:blip r:embed="rId4">
            <a:alphaModFix/>
          </a:blip>
          <a:srcRect b="0" l="7541" r="7533" t="0"/>
          <a:stretch/>
        </p:blipFill>
        <p:spPr>
          <a:xfrm>
            <a:off x="5493984" y="2273567"/>
            <a:ext cx="3570917" cy="2796443"/>
          </a:xfrm>
          <a:custGeom>
            <a:rect b="b" l="l" r="r" t="t"/>
            <a:pathLst>
              <a:path extrusionOk="0" h="21570" w="21571">
                <a:moveTo>
                  <a:pt x="20590" y="1"/>
                </a:moveTo>
                <a:cubicBezTo>
                  <a:pt x="20524" y="3"/>
                  <a:pt x="20459" y="14"/>
                  <a:pt x="20394" y="34"/>
                </a:cubicBezTo>
                <a:lnTo>
                  <a:pt x="788" y="4081"/>
                </a:lnTo>
                <a:cubicBezTo>
                  <a:pt x="556" y="4161"/>
                  <a:pt x="351" y="4340"/>
                  <a:pt x="208" y="4588"/>
                </a:cubicBezTo>
                <a:cubicBezTo>
                  <a:pt x="64" y="4837"/>
                  <a:pt x="-9" y="5142"/>
                  <a:pt x="1" y="5451"/>
                </a:cubicBezTo>
                <a:lnTo>
                  <a:pt x="35" y="20300"/>
                </a:lnTo>
                <a:cubicBezTo>
                  <a:pt x="47" y="20597"/>
                  <a:pt x="136" y="20880"/>
                  <a:pt x="288" y="21104"/>
                </a:cubicBezTo>
                <a:cubicBezTo>
                  <a:pt x="498" y="21413"/>
                  <a:pt x="808" y="21584"/>
                  <a:pt x="1128" y="21568"/>
                </a:cubicBezTo>
                <a:lnTo>
                  <a:pt x="20466" y="21568"/>
                </a:lnTo>
                <a:cubicBezTo>
                  <a:pt x="20774" y="21594"/>
                  <a:pt x="21075" y="21444"/>
                  <a:pt x="21287" y="21158"/>
                </a:cubicBezTo>
                <a:cubicBezTo>
                  <a:pt x="21489" y="20886"/>
                  <a:pt x="21591" y="20519"/>
                  <a:pt x="21568" y="20146"/>
                </a:cubicBezTo>
                <a:lnTo>
                  <a:pt x="21568" y="1310"/>
                </a:lnTo>
                <a:cubicBezTo>
                  <a:pt x="21590" y="872"/>
                  <a:pt x="21429" y="452"/>
                  <a:pt x="21144" y="207"/>
                </a:cubicBezTo>
                <a:cubicBezTo>
                  <a:pt x="20979" y="66"/>
                  <a:pt x="20785" y="-6"/>
                  <a:pt x="20590" y="1"/>
                </a:cubicBezTo>
                <a:close/>
              </a:path>
            </a:pathLst>
          </a:custGeom>
          <a:noFill/>
          <a:ln>
            <a:noFill/>
          </a:ln>
          <a:effectLst>
            <a:outerShdw blurRad="214313" rotWithShape="0" algn="bl">
              <a:srgbClr val="000000">
                <a:alpha val="10000"/>
              </a:srgbClr>
            </a:outerShdw>
          </a:effectLst>
        </p:spPr>
      </p:pic>
      <p:pic>
        <p:nvPicPr>
          <p:cNvPr id="146" name="Google Shape;146;p22"/>
          <p:cNvPicPr preferRelativeResize="0"/>
          <p:nvPr/>
        </p:nvPicPr>
        <p:blipFill rotWithShape="1">
          <a:blip r:embed="rId5">
            <a:alphaModFix/>
          </a:blip>
          <a:srcRect b="10" l="0" r="0" t="0"/>
          <a:stretch/>
        </p:blipFill>
        <p:spPr>
          <a:xfrm>
            <a:off x="8589900" y="4597325"/>
            <a:ext cx="242401" cy="25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>
            <p:ph type="title"/>
          </p:nvPr>
        </p:nvSpPr>
        <p:spPr>
          <a:xfrm>
            <a:off x="311700" y="3257950"/>
            <a:ext cx="8520600" cy="8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152" name="Google Shape;152;p23"/>
          <p:cNvSpPr txBox="1"/>
          <p:nvPr>
            <p:ph idx="2" type="title"/>
          </p:nvPr>
        </p:nvSpPr>
        <p:spPr>
          <a:xfrm>
            <a:off x="311700" y="4146558"/>
            <a:ext cx="8520600" cy="5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youremail@umbraco.dk</a:t>
            </a:r>
            <a:r>
              <a:rPr lang="en"/>
              <a:t>      </a:t>
            </a:r>
            <a:r>
              <a:rPr lang="en"/>
              <a:t>Linkedin</a:t>
            </a:r>
            <a:r>
              <a:rPr lang="en"/>
              <a:t>      </a:t>
            </a:r>
            <a:r>
              <a:rPr lang="en"/>
              <a:t>Twitter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283A97"/>
      </a:dk1>
      <a:lt1>
        <a:srgbClr val="FFF0EA"/>
      </a:lt1>
      <a:dk2>
        <a:srgbClr val="283A97"/>
      </a:dk2>
      <a:lt2>
        <a:srgbClr val="F5C1BC"/>
      </a:lt2>
      <a:accent1>
        <a:srgbClr val="1B264F"/>
      </a:accent1>
      <a:accent2>
        <a:srgbClr val="F3F3F3"/>
      </a:accent2>
      <a:accent3>
        <a:srgbClr val="FFFFFF"/>
      </a:accent3>
      <a:accent4>
        <a:srgbClr val="000000"/>
      </a:accent4>
      <a:accent5>
        <a:srgbClr val="FFF0EA"/>
      </a:accent5>
      <a:accent6>
        <a:srgbClr val="F5C1BC"/>
      </a:accent6>
      <a:hlink>
        <a:srgbClr val="283A9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